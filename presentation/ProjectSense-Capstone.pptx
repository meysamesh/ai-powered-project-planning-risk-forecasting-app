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Title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AI-Powered Project Planning &amp; Risk Forecasting</a:t>
            </a:r>
            <a:endParaRPr lang="en-US"/>
          </a:p>
          <a:p>
            <a:r>
              <a:rPr lang="en-US" sz="1800"/>
              <a:t>Capstone Project | 4 Weeks | 2 Teammates</a:t>
            </a:r>
            <a:endParaRPr lang="en-US"/>
          </a:p>
          <a:p>
            <a:r>
              <a:rPr lang="en-US" sz="1800"/>
              <a:t>Subtitle:</a:t>
            </a:r>
            <a:endParaRPr lang="en-US"/>
          </a:p>
          <a:p>
            <a:r>
              <a:rPr lang="en-US" sz="1800"/>
              <a:t>From deterministic planning to probability-based decision support.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Problem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• Teams commit to single-date plans without uncertainty modeling.</a:t>
            </a:r>
            <a:endParaRPr lang="en-US"/>
          </a:p>
          <a:p>
            <a:r>
              <a:rPr lang="en-US" sz="1800"/>
              <a:t>• Delays appear late, when mitigation is expensive.</a:t>
            </a:r>
            <a:endParaRPr lang="en-US"/>
          </a:p>
          <a:p>
            <a:r>
              <a:rPr lang="en-US" sz="1800"/>
              <a:t>• Stakeholders need risk-aware commitments, not only task lists.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Solution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ProjectSense AI:</a:t>
            </a:r>
            <a:endParaRPr lang="en-US"/>
          </a:p>
          <a:p>
            <a:r>
              <a:rPr lang="en-US" sz="1800"/>
              <a:t>• Generates a structured task plan from plain-language project input.</a:t>
            </a:r>
            <a:endParaRPr lang="en-US"/>
          </a:p>
          <a:p>
            <a:r>
              <a:rPr lang="en-US" sz="1800"/>
              <a:t>• Validates dependencies and durations.</a:t>
            </a:r>
            <a:endParaRPr lang="en-US"/>
          </a:p>
          <a:p>
            <a:r>
              <a:rPr lang="en-US" sz="1800"/>
              <a:t>• Simulates timeline risk with Monte Carlo.</a:t>
            </a:r>
            <a:endParaRPr lang="en-US"/>
          </a:p>
          <a:p>
            <a:r>
              <a:rPr lang="en-US" sz="1800"/>
              <a:t>• Recommends safer execution scenarios.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Architecture (Only What Is Needed)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Flow:</a:t>
            </a:r>
            <a:endParaRPr lang="en-US"/>
          </a:p>
          <a:p>
            <a:r>
              <a:rPr lang="en-US" sz="1800"/>
              <a:t>1. User project description</a:t>
            </a:r>
            <a:endParaRPr lang="en-US"/>
          </a:p>
          <a:p>
            <a:r>
              <a:rPr lang="en-US" sz="1800"/>
              <a:t>2. LLM task generation (or mock fallback)</a:t>
            </a:r>
            <a:endParaRPr lang="en-US"/>
          </a:p>
          <a:p>
            <a:r>
              <a:rPr lang="en-US" sz="1800"/>
              <a:t>3. Schema validation (Pydantic)</a:t>
            </a:r>
            <a:endParaRPr lang="en-US"/>
          </a:p>
          <a:p>
            <a:r>
              <a:rPr lang="en-US" sz="1800"/>
              <a:t>4. DAG + critical path</a:t>
            </a:r>
            <a:endParaRPr lang="en-US"/>
          </a:p>
          <a:p>
            <a:r>
              <a:rPr lang="en-US" sz="1800"/>
              <a:t>5. Monte Carlo simulation</a:t>
            </a:r>
            <a:endParaRPr lang="en-US"/>
          </a:p>
          <a:p>
            <a:r>
              <a:rPr lang="en-US" sz="1800"/>
              <a:t>6. Metrics + scenarios + exports</a:t>
            </a:r>
            <a:endParaRPr lang="en-US"/>
          </a:p>
          <a:p>
            <a:r>
              <a:rPr lang="en-US" sz="1800"/>
              <a:t>Tech:</a:t>
            </a:r>
            <a:endParaRPr lang="en-US"/>
          </a:p>
          <a:p>
            <a:r>
              <a:rPr lang="en-US" sz="1800"/>
              <a:t>• Streamlit, Groq, Pydantic, NetworkX, NumPy/Pandas, Plotly, SQLite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Live App Walkthrough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Show the 6 tabs:</a:t>
            </a:r>
            <a:endParaRPr lang="en-US"/>
          </a:p>
          <a:p>
            <a:r>
              <a:rPr lang="en-US" sz="1800"/>
              <a:t>• Executive Brief</a:t>
            </a:r>
            <a:endParaRPr lang="en-US"/>
          </a:p>
          <a:p>
            <a:r>
              <a:rPr lang="en-US" sz="1800"/>
              <a:t>• Task Plan</a:t>
            </a:r>
            <a:endParaRPr lang="en-US"/>
          </a:p>
          <a:p>
            <a:r>
              <a:rPr lang="en-US" sz="1800"/>
              <a:t>• Workflow</a:t>
            </a:r>
            <a:endParaRPr lang="en-US"/>
          </a:p>
          <a:p>
            <a:r>
              <a:rPr lang="en-US" sz="1800"/>
              <a:t>• Risk Dashboard</a:t>
            </a:r>
            <a:endParaRPr lang="en-US"/>
          </a:p>
          <a:p>
            <a:r>
              <a:rPr lang="en-US" sz="1800"/>
              <a:t>• Scenario Lab</a:t>
            </a:r>
            <a:endParaRPr lang="en-US"/>
          </a:p>
          <a:p>
            <a:r>
              <a:rPr lang="en-US" sz="1800"/>
              <a:t>• History &amp; Export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Forecast Metrics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Explain:</a:t>
            </a:r>
            <a:endParaRPr lang="en-US"/>
          </a:p>
          <a:p>
            <a:r>
              <a:rPr lang="en-US" sz="1800"/>
              <a:t>• Mean completion time</a:t>
            </a:r>
            <a:endParaRPr lang="en-US"/>
          </a:p>
          <a:p>
            <a:r>
              <a:rPr lang="en-US" sz="1800"/>
              <a:t>• P50 (median outcome)</a:t>
            </a:r>
            <a:endParaRPr lang="en-US"/>
          </a:p>
          <a:p>
            <a:r>
              <a:rPr lang="en-US" sz="1800"/>
              <a:t>• P80 (recommended commitment date)</a:t>
            </a:r>
            <a:endParaRPr lang="en-US"/>
          </a:p>
          <a:p>
            <a:r>
              <a:rPr lang="en-US" sz="1800"/>
              <a:t>• Delay probability against selected deadline</a:t>
            </a:r>
            <a:endParaRPr lang="en-US"/>
          </a:p>
          <a:p>
            <a:r>
              <a:rPr lang="en-US" sz="1800"/>
              <a:t>Decision message:</a:t>
            </a:r>
            <a:endParaRPr lang="en-US"/>
          </a:p>
          <a:p>
            <a:r>
              <a:rPr lang="en-US" sz="1800"/>
              <a:t>Use P80 for realistic commitments under uncertainty.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Risk Drivers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• Critical-path frequency ranking identifies bottleneck tasks.</a:t>
            </a:r>
            <a:endParaRPr lang="en-US"/>
          </a:p>
          <a:p>
            <a:r>
              <a:rPr lang="en-US" sz="1800"/>
              <a:t>• Prioritize mitigation on top-ranked drivers first.</a:t>
            </a:r>
            <a:endParaRPr lang="en-US"/>
          </a:p>
          <a:p>
            <a:r>
              <a:rPr lang="en-US" sz="1800"/>
              <a:t>• Result: higher schedule reliability with targeted effort.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Scenario Decision Support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Three scenarios:</a:t>
            </a:r>
            <a:endParaRPr lang="en-US"/>
          </a:p>
          <a:p>
            <a:r>
              <a:rPr lang="en-US" sz="1800"/>
              <a:t>• Baseline</a:t>
            </a:r>
            <a:endParaRPr lang="en-US"/>
          </a:p>
          <a:p>
            <a:r>
              <a:rPr lang="en-US" sz="1800"/>
              <a:t>• Aggressive deadline (-15%)</a:t>
            </a:r>
            <a:endParaRPr lang="en-US"/>
          </a:p>
          <a:p>
            <a:r>
              <a:rPr lang="en-US" sz="1800"/>
              <a:t>• Increased capacity (+15% faster)</a:t>
            </a:r>
            <a:endParaRPr lang="en-US"/>
          </a:p>
          <a:p>
            <a:r>
              <a:rPr lang="en-US" sz="1800"/>
              <a:t>Explain how recommendation is selected:</a:t>
            </a:r>
            <a:endParaRPr lang="en-US"/>
          </a:p>
          <a:p>
            <a:r>
              <a:rPr lang="en-US" sz="1800"/>
              <a:t>lowest delay probability.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Product &amp; Engineering Quality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• Input validation and graph checks</a:t>
            </a:r>
            <a:endParaRPr lang="en-US"/>
          </a:p>
          <a:p>
            <a:r>
              <a:rPr lang="en-US" sz="1800"/>
              <a:t>• Session persistence with SQLite</a:t>
            </a:r>
            <a:endParaRPr lang="en-US"/>
          </a:p>
          <a:p>
            <a:r>
              <a:rPr lang="en-US" sz="1800"/>
              <a:t>• Exportable CSV/JSON outputs</a:t>
            </a:r>
            <a:endParaRPr lang="en-US"/>
          </a:p>
          <a:p>
            <a:r>
              <a:rPr lang="en-US" sz="1800"/>
              <a:t>• Smoke test + unit test suite</a:t>
            </a:r>
            <a:endParaRPr lang="en-US"/>
          </a:p>
          <a:p>
            <a:r>
              <a:rPr lang="en-US" sz="1800"/>
              <a:t>• CI pipeline via GitHub Actions</a:t>
            </a:r>
            <a:endParaRPr lang="en-US"/>
          </a:p>
          <a:p>
            <a:r>
              <a:rPr lang="en-US" sz="1800"/>
              <a:t>• Dockerized local reproducibility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Team Workflow (4 Weeks)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• Week 1: scope + architecture + base app</a:t>
            </a:r>
            <a:endParaRPr lang="en-US"/>
          </a:p>
          <a:p>
            <a:r>
              <a:rPr lang="en-US" sz="1800"/>
              <a:t>• Week 2: analytics engine + notebook</a:t>
            </a:r>
            <a:endParaRPr lang="en-US"/>
          </a:p>
          <a:p>
            <a:r>
              <a:rPr lang="en-US" sz="1800"/>
              <a:t>• Week 3: scenarios + persistence + test hardening</a:t>
            </a:r>
            <a:endParaRPr lang="en-US"/>
          </a:p>
          <a:p>
            <a:r>
              <a:rPr lang="en-US" sz="1800"/>
              <a:t>• Week 4: CI + rehearsal + final packaging</a:t>
            </a:r>
            <a:endParaRPr lang="en-US"/>
          </a:p>
          <a:p>
            <a:r>
              <a:rPr lang="en-US" sz="1800"/>
              <a:t>Include DoR/DoD and ownership split between both teammates.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Responsible AI (Right-Sized for Scope)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• No personal data required for this demo.</a:t>
            </a:r>
            <a:endParaRPr lang="en-US"/>
          </a:p>
          <a:p>
            <a:r>
              <a:rPr lang="en-US" sz="1800"/>
              <a:t>• User input transparency: generated plan is editable and reviewable.</a:t>
            </a:r>
            <a:endParaRPr lang="en-US"/>
          </a:p>
          <a:p>
            <a:r>
              <a:rPr lang="en-US" sz="1800"/>
              <a:t>• Risk note: LLM outputs can be imperfect; schema validation and manual review are required.</a:t>
            </a:r>
            <a:endParaRPr lang="en-US"/>
          </a:p>
          <a:p>
            <a:r>
              <a:rPr lang="en-US" sz="1800"/>
              <a:t>Why included:</a:t>
            </a:r>
            <a:endParaRPr lang="en-US"/>
          </a:p>
          <a:p>
            <a:r>
              <a:rPr lang="en-US" sz="1800"/>
              <a:t>shows practical AI governance without over-scoping the project.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Results, Limits, Next Steps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Results:</a:t>
            </a:r>
            <a:endParaRPr lang="en-US"/>
          </a:p>
          <a:p>
            <a:r>
              <a:rPr lang="en-US" sz="1800"/>
              <a:t>• Faster planning cycle</a:t>
            </a:r>
            <a:endParaRPr lang="en-US"/>
          </a:p>
          <a:p>
            <a:r>
              <a:rPr lang="en-US" sz="1800"/>
              <a:t>• Earlier risk visibility</a:t>
            </a:r>
            <a:endParaRPr lang="en-US"/>
          </a:p>
          <a:p>
            <a:r>
              <a:rPr lang="en-US" sz="1800"/>
              <a:t>• Better commitment quality</a:t>
            </a:r>
            <a:endParaRPr lang="en-US"/>
          </a:p>
          <a:p>
            <a:r>
              <a:rPr lang="en-US" sz="1800"/>
              <a:t>Current limits:</a:t>
            </a:r>
            <a:endParaRPr lang="en-US"/>
          </a:p>
          <a:p>
            <a:r>
              <a:rPr lang="en-US" sz="1800"/>
              <a:t>• Single-project scope</a:t>
            </a:r>
            <a:endParaRPr lang="en-US"/>
          </a:p>
          <a:p>
            <a:r>
              <a:rPr lang="en-US" sz="1800"/>
              <a:t>• No multi-user auth/integrations</a:t>
            </a:r>
            <a:endParaRPr lang="en-US"/>
          </a:p>
          <a:p>
            <a:r>
              <a:rPr lang="en-US" sz="1800"/>
              <a:t>Next steps:</a:t>
            </a:r>
            <a:endParaRPr lang="en-US"/>
          </a:p>
          <a:p>
            <a:r>
              <a:rPr lang="en-US" sz="1800"/>
              <a:t>• Portfolio view</a:t>
            </a:r>
            <a:endParaRPr lang="en-US"/>
          </a:p>
          <a:p>
            <a:r>
              <a:rPr lang="en-US" sz="1800"/>
              <a:t>• Jira/Asana connectors</a:t>
            </a:r>
            <a:endParaRPr lang="en-US"/>
          </a:p>
          <a:p>
            <a:r>
              <a:rPr lang="en-US" sz="1800"/>
              <a:t>• Optional cloud deployment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12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Default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ProjectSense AI Capstone</dc:title>
  <dc:creator>Capstone Team</dc:creator>
  <cp:lastModifiedBy>Codex</cp:lastModifiedBy>
  <dcterms:created xsi:type="dcterms:W3CDTF">2026-02-27T19:11:13Z</dcterms:created>
  <dcterms:modified xsi:type="dcterms:W3CDTF">2026-02-27T19:11:13Z</dcterms:modified>
</cp:coreProperties>
</file>